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41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64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E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— Smart </a:t>
            </a:r>
            <a:r>
              <a:rPr lang="he-IL" sz="1400" b="1" kern="0" spc="300" dirty="0" err="1">
                <a:solidFill>
                  <a:srgbClr val="4E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400" b="1" kern="0" spc="300" dirty="0" err="1">
                <a:solidFill>
                  <a:srgbClr val="4E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eddit</a:t>
            </a:r>
            <a:r>
              <a:rPr lang="en-US" sz="1400" b="1" kern="0" spc="300" dirty="0">
                <a:solidFill>
                  <a:srgbClr val="4E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Intelligence &amp; Execution Platform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account. Your real brand. Your ICPs, and the discussions you should be at.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337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E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Reddit thought-leadership proposal for two ventures.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Michael Passov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Voice is your own Reddit account, connected directly to the platform. No managed personas, no separate infrastructure standing in for you.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052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2563C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95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monitors the subreddits and conversations relevant to each business — what's being asked, where, by whom.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8160" y="2011680"/>
            <a:ext cx="35052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4602480" y="2240280"/>
            <a:ext cx="457200" cy="457200"/>
          </a:xfrm>
          <a:prstGeom prst="ellipse">
            <a:avLst/>
          </a:prstGeom>
          <a:solidFill>
            <a:srgbClr val="2563C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4602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02480" y="28346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2480" y="3246120"/>
            <a:ext cx="295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and post ideas are drafted in your voice, ready for your review. Nothing is invented you wouldn't say.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7680" y="2011680"/>
            <a:ext cx="35052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8382000" y="2240280"/>
            <a:ext cx="457200" cy="457200"/>
          </a:xfrm>
          <a:prstGeom prst="ellipse">
            <a:avLst/>
          </a:prstGeom>
          <a:solidFill>
            <a:srgbClr val="2563C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83820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82000" y="28346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3246120"/>
            <a:ext cx="295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approve, edit, or skip. You post from your own account. Your name, your words, your call.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0F0F1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phase-gating to hide affiliation. </a:t>
            </a:r>
            <a:r>
              <a:rPr lang="en-US" sz="1300" dirty="0">
                <a:solidFill>
                  <a:srgbClr val="D5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relevant, you say who you are and what you work on — the way credible people on Reddit already do.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— Client Voice — Confidential Proposal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26464"/>
            <a:ext cx="128016" cy="128016"/>
          </a:xfrm>
          <a:prstGeom prst="ellipse">
            <a:avLst/>
          </a:prstGeom>
          <a:solidFill>
            <a:srgbClr val="2563C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91440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want to run it day to 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64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operating partners review and post. The system does the watching and drafting — not them, and not you.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86584"/>
            <a:ext cx="128016" cy="128016"/>
          </a:xfrm>
          <a:prstGeom prst="ellipse">
            <a:avLst/>
          </a:prstGeom>
          <a:solidFill>
            <a:srgbClr val="2563C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time cost, your way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243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or weekly digest — your choice — so nothing depends on remembering to check a queue.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46704"/>
            <a:ext cx="128016" cy="128016"/>
          </a:xfrm>
          <a:prstGeom prst="ellipse">
            <a:avLst/>
          </a:prstGeom>
          <a:solidFill>
            <a:srgbClr val="2563C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914400" y="3218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bot ambiguity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5844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persona network. It's your brand, visibly present, building real standing over time.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— Client Voice — Confidential Proposal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Ventures. Two Voices.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 per business. Each operates independently, in its own communities, under its own name.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Firmware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5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by your Kyiv partner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r/embedded · r/FPGA · r/hardware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case studies, US market entry. The stronger near-term fit — existing clients, a clear story, real technical ground to stand 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0352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Startup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5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by your Poland partner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0" y="2651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r/artificial · r/MachineLearning · r/ArtificialInteligence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0632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EU-only market, early positioning. Strong fit for honest thought leadership while the company itself is still taking shape.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tracks begin with a 45-minute working session with the operating partner, so the voice and content strategy reflect how they actually think about the business.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— Client Voice — Confidential Proposal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Starts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794510" y="1783080"/>
            <a:ext cx="8572500" cy="0"/>
          </a:xfrm>
          <a:prstGeom prst="line">
            <a:avLst/>
          </a:prstGeom>
          <a:noFill/>
          <a:ln w="19050">
            <a:solidFill>
              <a:srgbClr val="C8CBD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1712214" y="1709928"/>
            <a:ext cx="164592" cy="164592"/>
          </a:xfrm>
          <a:prstGeom prst="ellipse">
            <a:avLst/>
          </a:prstGeom>
          <a:solidFill>
            <a:srgbClr val="2563C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67712"/>
            <a:ext cx="2491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2400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session with the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partner. Voice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subreddit map set.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69714" y="1709928"/>
            <a:ext cx="164592" cy="164592"/>
          </a:xfrm>
          <a:prstGeom prst="ellipse">
            <a:avLst/>
          </a:prstGeom>
          <a:solidFill>
            <a:srgbClr val="2563C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3406140" y="1965960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2-6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06140" y="2267712"/>
            <a:ext cx="2491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Standing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51860" y="2788920"/>
            <a:ext cx="2400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participation.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answers, real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questions. No pitching.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27214" y="1709928"/>
            <a:ext cx="164592" cy="164592"/>
          </a:xfrm>
          <a:prstGeom prst="ellipse">
            <a:avLst/>
          </a:prstGeom>
          <a:solidFill>
            <a:srgbClr val="2563C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263640" y="1965960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2+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267712"/>
            <a:ext cx="2491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Track Live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2788920"/>
            <a:ext cx="2400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first — proves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with the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use case.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284714" y="1709928"/>
            <a:ext cx="164592" cy="164592"/>
          </a:xfrm>
          <a:prstGeom prst="ellipse">
            <a:avLst/>
          </a:prstGeom>
          <a:solidFill>
            <a:srgbClr val="2563C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9121140" y="1965960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2.5+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21140" y="2267712"/>
            <a:ext cx="2491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Track Begins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66860" y="2788920"/>
            <a:ext cx="2400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once Hardware's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has proven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with a delegated team.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82296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HONEST ABOUT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slower than a managed-persona system by design. A real voice earns standing the same way any person does — through time and consistency. We're not promising volume. We're promising it's actually yours, and it’s there, where your ICP make decisions.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— Client Voice — Confidential Proposal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Client Voice setups. Sequenced, not bundled.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931920"/>
          </a:xfrm>
          <a:prstGeom prst="roundRect">
            <a:avLst>
              <a:gd name="adj" fmla="val 1628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E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FIRMWARE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3035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immediately. No fixed term.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867912"/>
            <a:ext cx="82296" cy="82296"/>
          </a:xfrm>
          <a:prstGeom prst="ellipse">
            <a:avLst/>
          </a:prstGeom>
          <a:solidFill>
            <a:srgbClr val="4E8EF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1097280" y="3730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Client Voice seat — your partner's own account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4306824"/>
            <a:ext cx="82296" cy="82296"/>
          </a:xfrm>
          <a:prstGeom prst="ellipse">
            <a:avLst/>
          </a:prstGeom>
          <a:solidFill>
            <a:srgbClr val="4E8EF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97280" y="41696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Business sub-reddit to focus 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4745736"/>
            <a:ext cx="82296" cy="82296"/>
          </a:xfrm>
          <a:prstGeom prst="ellipse">
            <a:avLst/>
          </a:prstGeom>
          <a:solidFill>
            <a:srgbClr val="4E8EF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1097280" y="46085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+ content drafting, weekly or daily digest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5184648"/>
            <a:ext cx="82296" cy="82296"/>
          </a:xfrm>
          <a:prstGeom prst="ellipse">
            <a:avLst/>
          </a:prstGeom>
          <a:solidFill>
            <a:srgbClr val="4E8EF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097280" y="5047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activity report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5394960" cy="3931920"/>
          </a:xfrm>
          <a:prstGeom prst="roundRect">
            <a:avLst>
              <a:gd name="adj" fmla="val 1628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53796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E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STARTUP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strike="sngStrike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52360" y="24505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743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E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537960" y="3456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 — pilot price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~4-6 weeks after Hardware track launches.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4187952"/>
            <a:ext cx="82296" cy="82296"/>
          </a:xfrm>
          <a:prstGeom prst="ellipse">
            <a:avLst/>
          </a:prstGeom>
          <a:solidFill>
            <a:srgbClr val="4E8EF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6766560" y="4050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Client Voice seat — your partner's own account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37960" y="4572000"/>
            <a:ext cx="82296" cy="82296"/>
          </a:xfrm>
          <a:prstGeom prst="ellipse">
            <a:avLst/>
          </a:prstGeom>
          <a:solidFill>
            <a:srgbClr val="4E8EF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676656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Business sub-reddit to focus 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0" y="4956048"/>
            <a:ext cx="82296" cy="82296"/>
          </a:xfrm>
          <a:prstGeom prst="ellipse">
            <a:avLst/>
          </a:prstGeom>
          <a:solidFill>
            <a:srgbClr val="4E8EF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6766560" y="4818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+ content drafting, weekly or daily digest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37960" y="5340096"/>
            <a:ext cx="82296" cy="82296"/>
          </a:xfrm>
          <a:prstGeom prst="ellipse">
            <a:avLst/>
          </a:prstGeom>
          <a:solidFill>
            <a:srgbClr val="4E8EF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6766560" y="5202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activity report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E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— Client Voice — Confidential Proposal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660</Words>
  <Application>Microsoft Macintosh PowerPoint</Application>
  <PresentationFormat>Widescreen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RAMP Client Voice - Proposal</dc:title>
  <dc:subject>PptxGenJS Presentation</dc:subject>
  <dc:creator>Tzvi Vaknin</dc:creator>
  <cp:lastModifiedBy>Tzvi Vaknin</cp:lastModifiedBy>
  <cp:revision>2</cp:revision>
  <dcterms:created xsi:type="dcterms:W3CDTF">2026-06-30T17:20:34Z</dcterms:created>
  <dcterms:modified xsi:type="dcterms:W3CDTF">2026-06-30T17:34:07Z</dcterms:modified>
</cp:coreProperties>
</file>